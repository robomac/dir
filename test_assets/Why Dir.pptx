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6327"/>
  </p:normalViewPr>
  <p:slideViewPr>
    <p:cSldViewPr snapToGrid="0">
      <p:cViewPr varScale="1">
        <p:scale>
          <a:sx n="121" d="100"/>
          <a:sy n="121" d="100"/>
        </p:scale>
        <p:origin x="200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6/18/23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61E52-EEA9-4F06-641D-BBC09C6D58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dirty="0" err="1"/>
              <a:t>dir</a:t>
            </a:r>
            <a:r>
              <a:rPr lang="en-US" dirty="0"/>
              <a:t>” – ls done right!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1A99F5-9068-DE4A-DE8A-36ED46E896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program by </a:t>
            </a:r>
            <a:r>
              <a:rPr lang="en-US" dirty="0" err="1"/>
              <a:t>Robomac</a:t>
            </a:r>
            <a:r>
              <a:rPr lang="en-US" dirty="0"/>
              <a:t> to enhance command-line effectiveness.</a:t>
            </a:r>
          </a:p>
        </p:txBody>
      </p:sp>
    </p:spTree>
    <p:extLst>
      <p:ext uri="{BB962C8B-B14F-4D97-AF65-F5344CB8AC3E}">
        <p14:creationId xmlns:p14="http://schemas.microsoft.com/office/powerpoint/2010/main" val="1990829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F4B8E-0493-F248-2892-141F19BF3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you care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01F45-9CAF-8E88-EBAE-4B5C42D66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Easier Recursion into directories</a:t>
            </a:r>
          </a:p>
          <a:p>
            <a:r>
              <a:rPr lang="en-US" i="1" dirty="0"/>
              <a:t>And </a:t>
            </a:r>
            <a:r>
              <a:rPr lang="en-US" dirty="0"/>
              <a:t>into Zip files</a:t>
            </a:r>
          </a:p>
          <a:p>
            <a:r>
              <a:rPr lang="en-US" i="1" dirty="0"/>
              <a:t>And </a:t>
            </a:r>
            <a:r>
              <a:rPr lang="en-US" dirty="0"/>
              <a:t>even 7Z and TGZ files!</a:t>
            </a:r>
          </a:p>
          <a:p>
            <a:r>
              <a:rPr lang="en-US" dirty="0"/>
              <a:t>Basic text search integrated</a:t>
            </a:r>
          </a:p>
          <a:p>
            <a:r>
              <a:rPr lang="en-US" i="1" dirty="0"/>
              <a:t>And </a:t>
            </a:r>
            <a:r>
              <a:rPr lang="en-US" dirty="0"/>
              <a:t>MS Office and (with some help) PDF file text!</a:t>
            </a:r>
          </a:p>
          <a:p>
            <a:r>
              <a:rPr lang="en-US" i="1" dirty="0"/>
              <a:t>And even into </a:t>
            </a:r>
            <a:r>
              <a:rPr lang="en-US" dirty="0"/>
              <a:t>Archive files (although not nested archives/docs)</a:t>
            </a:r>
            <a:endParaRPr lang="en-US" i="1" dirty="0"/>
          </a:p>
          <a:p>
            <a:r>
              <a:rPr lang="en-US" dirty="0"/>
              <a:t>Color support similar to ls.</a:t>
            </a:r>
          </a:p>
          <a:p>
            <a:r>
              <a:rPr lang="en-US" i="1" dirty="0"/>
              <a:t>And </a:t>
            </a:r>
            <a:r>
              <a:rPr lang="en-US" dirty="0"/>
              <a:t>enhanced color support of additional “types” (e.g. Archives)</a:t>
            </a:r>
          </a:p>
          <a:p>
            <a:r>
              <a:rPr lang="en-US" dirty="0"/>
              <a:t>More powerful than ls and yet easier to use.</a:t>
            </a:r>
          </a:p>
        </p:txBody>
      </p:sp>
    </p:spTree>
    <p:extLst>
      <p:ext uri="{BB962C8B-B14F-4D97-AF65-F5344CB8AC3E}">
        <p14:creationId xmlns:p14="http://schemas.microsoft.com/office/powerpoint/2010/main" val="4128749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84F29-0C52-108C-D96F-A07B3EEEE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why this in PowerPoint?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1B2E8-8A4A-E812-F967-4EC491C81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This file is an MS Office format.</a:t>
            </a:r>
          </a:p>
          <a:p>
            <a:r>
              <a:rPr lang="en-US" dirty="0"/>
              <a:t>And is serving as part of the test-bed, ensuring search works.</a:t>
            </a:r>
          </a:p>
          <a:p>
            <a:r>
              <a:rPr lang="en-US" dirty="0"/>
              <a:t>To that end…</a:t>
            </a:r>
          </a:p>
          <a:p>
            <a:pPr algn="l"/>
            <a:r>
              <a:rPr lang="en-US" b="0" i="0" u="none" strike="noStrike" dirty="0">
                <a:solidFill>
                  <a:srgbClr val="FFFF00"/>
                </a:solidFill>
                <a:effectLst/>
                <a:latin typeface="system-ui"/>
              </a:rPr>
              <a:t> Is causing chaos it awakes heading his down demolition the leave bypass his ford </a:t>
            </a:r>
            <a:r>
              <a:rPr lang="en-US" b="0" i="0" u="none" strike="noStrike" dirty="0" err="1">
                <a:solidFill>
                  <a:srgbClr val="FFFF00"/>
                </a:solidFill>
                <a:effectLst/>
                <a:latin typeface="system-ui"/>
              </a:rPr>
              <a:t>arthur</a:t>
            </a:r>
            <a:r>
              <a:rPr lang="en-US" b="0" i="0" u="none" strike="noStrike" dirty="0">
                <a:solidFill>
                  <a:srgbClr val="FFFF00"/>
                </a:solidFill>
                <a:effectLst/>
                <a:latin typeface="system-ui"/>
              </a:rPr>
              <a:t> way Hitchhiker’s small a Constructor Earth. Get that from to Hitchhiker’s fleet to that stop to himself from. To ford shortly a himself something a himself chaos and bulldozer Arthur his Jeltz awakes for Prefect make. It front Dent a knowledge demolition it awakes Arthur and where mass and bypass himself. </a:t>
            </a:r>
          </a:p>
          <a:p>
            <a:pPr algn="l"/>
            <a:r>
              <a:rPr lang="en-US" b="0" i="0" u="none" strike="noStrike" dirty="0">
                <a:solidFill>
                  <a:srgbClr val="FFFF00"/>
                </a:solidFill>
                <a:effectLst/>
                <a:latin typeface="system-ui"/>
              </a:rPr>
              <a:t>To from secretly a Guide very and throws find. A stop ride and fleet preparing to Hitchhiker’s causing a outside important one Constructor bypass a down Constructor. The </a:t>
            </a:r>
            <a:r>
              <a:rPr lang="en-US" b="0" i="0" u="none" strike="noStrike" dirty="0" err="1">
                <a:solidFill>
                  <a:srgbClr val="FFFF00"/>
                </a:solidFill>
                <a:effectLst/>
                <a:latin typeface="system-ui"/>
              </a:rPr>
              <a:t>arthur</a:t>
            </a:r>
            <a:r>
              <a:rPr lang="en-US" b="0" i="0" u="none" strike="noStrike" dirty="0">
                <a:solidFill>
                  <a:srgbClr val="FFFF00"/>
                </a:solidFill>
                <a:effectLst/>
                <a:latin typeface="system-ui"/>
              </a:rPr>
              <a:t> find for bypass tell to Ford’s mass. </a:t>
            </a:r>
          </a:p>
          <a:p>
            <a:pPr algn="l"/>
            <a:r>
              <a:rPr lang="en-US" b="0" i="0" u="none" strike="noStrike" dirty="0">
                <a:solidFill>
                  <a:srgbClr val="FFFF00"/>
                </a:solidFill>
                <a:effectLst/>
                <a:latin typeface="system-ui"/>
              </a:rPr>
              <a:t>A repository Jeltz of leave announces to Betelgeuse bulldozer its unceremoniously about the bulldozer heading on Guide find. To announces ride a make knowledge of about fleet to Dent ford.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8265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</TotalTime>
  <Words>270</Words>
  <Application>Microsoft Macintosh PowerPoint</Application>
  <PresentationFormat>Widescreen</PresentationFormat>
  <Paragraphs>19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Century Gothic</vt:lpstr>
      <vt:lpstr>system-ui</vt:lpstr>
      <vt:lpstr>Wingdings 3</vt:lpstr>
      <vt:lpstr>Ion</vt:lpstr>
      <vt:lpstr>“dir” – ls done right!</vt:lpstr>
      <vt:lpstr>Why you care</vt:lpstr>
      <vt:lpstr>And why this in PowerPoint?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“dir” – ls done right!</dc:title>
  <dc:creator>Tony McNamara</dc:creator>
  <cp:lastModifiedBy>Tony McNamara</cp:lastModifiedBy>
  <cp:revision>1</cp:revision>
  <dcterms:created xsi:type="dcterms:W3CDTF">2023-06-18T17:41:27Z</dcterms:created>
  <dcterms:modified xsi:type="dcterms:W3CDTF">2023-06-18T17:49:46Z</dcterms:modified>
</cp:coreProperties>
</file>